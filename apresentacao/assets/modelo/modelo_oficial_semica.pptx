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  <p:sldId id="259" r:id="rId3"/>
    <p:sldId id="274" r:id="rId4"/>
    <p:sldId id="276" r:id="rId5"/>
    <p:sldId id="277" r:id="rId6"/>
    <p:sldId id="278" r:id="rId7"/>
    <p:sldId id="279" r:id="rId8"/>
    <p:sldId id="280" r:id="rId9"/>
    <p:sldId id="281" r:id="rId10"/>
    <p:sldId id="283" r:id="rId11"/>
    <p:sldId id="260" r:id="rId1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01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ávia Alves" userId="b26f7b41b6da3d18" providerId="LiveId" clId="{48279B96-E656-47C8-AE37-55BD5486B1B4}"/>
    <pc:docChg chg="modSld">
      <pc:chgData name="Flávia Alves" userId="b26f7b41b6da3d18" providerId="LiveId" clId="{48279B96-E656-47C8-AE37-55BD5486B1B4}" dt="2026-10-02T15:48:52.725" v="25" actId="20577"/>
      <pc:docMkLst>
        <pc:docMk/>
      </pc:docMkLst>
      <pc:sldChg chg="modSp mod">
        <pc:chgData name="Flávia Alves" userId="b26f7b41b6da3d18" providerId="LiveId" clId="{48279B96-E656-47C8-AE37-55BD5486B1B4}" dt="2026-10-02T15:48:52.725" v="25" actId="20577"/>
        <pc:sldMkLst>
          <pc:docMk/>
          <pc:sldMk cId="0" sldId="258"/>
        </pc:sldMkLst>
        <pc:spChg chg="mod">
          <ac:chgData name="Flávia Alves" userId="b26f7b41b6da3d18" providerId="LiveId" clId="{48279B96-E656-47C8-AE37-55BD5486B1B4}" dt="2026-10-02T15:48:52.725" v="25" actId="20577"/>
          <ac:spMkLst>
            <pc:docMk/>
            <pc:sldMk cId="0" sldId="258"/>
            <ac:spMk id="5" creationId="{13EED535-3E35-9C1D-2B6B-5464675B12C6}"/>
          </ac:spMkLst>
        </pc:spChg>
        <pc:spChg chg="mod">
          <ac:chgData name="Flávia Alves" userId="b26f7b41b6da3d18" providerId="LiveId" clId="{48279B96-E656-47C8-AE37-55BD5486B1B4}" dt="2026-10-02T15:47:38.326" v="12" actId="20577"/>
          <ac:spMkLst>
            <pc:docMk/>
            <pc:sldMk cId="0" sldId="258"/>
            <ac:spMk id="7" creationId="{17DF7FDA-FA4B-CFC4-F048-39EA88B7B7C3}"/>
          </ac:spMkLst>
        </pc:spChg>
      </pc:sldChg>
      <pc:sldChg chg="modSp mod">
        <pc:chgData name="Flávia Alves" userId="b26f7b41b6da3d18" providerId="LiveId" clId="{48279B96-E656-47C8-AE37-55BD5486B1B4}" dt="2026-10-02T15:47:14.136" v="11" actId="20577"/>
        <pc:sldMkLst>
          <pc:docMk/>
          <pc:sldMk cId="43250430" sldId="260"/>
        </pc:sldMkLst>
        <pc:spChg chg="mod">
          <ac:chgData name="Flávia Alves" userId="b26f7b41b6da3d18" providerId="LiveId" clId="{48279B96-E656-47C8-AE37-55BD5486B1B4}" dt="2026-10-02T15:47:14.136" v="11" actId="20577"/>
          <ac:spMkLst>
            <pc:docMk/>
            <pc:sldMk cId="43250430" sldId="260"/>
            <ac:spMk id="10" creationId="{F7C5D084-7D27-940F-6996-698E06882E08}"/>
          </ac:spMkLst>
        </pc:spChg>
      </pc:sldChg>
      <pc:sldChg chg="modSp mod">
        <pc:chgData name="Flávia Alves" userId="b26f7b41b6da3d18" providerId="LiveId" clId="{48279B96-E656-47C8-AE37-55BD5486B1B4}" dt="2026-10-02T15:47:01.268" v="10" actId="1035"/>
        <pc:sldMkLst>
          <pc:docMk/>
          <pc:sldMk cId="333493163" sldId="280"/>
        </pc:sldMkLst>
        <pc:spChg chg="mod">
          <ac:chgData name="Flávia Alves" userId="b26f7b41b6da3d18" providerId="LiveId" clId="{48279B96-E656-47C8-AE37-55BD5486B1B4}" dt="2026-10-02T15:46:56.449" v="8" actId="14100"/>
          <ac:spMkLst>
            <pc:docMk/>
            <pc:sldMk cId="333493163" sldId="280"/>
            <ac:spMk id="3" creationId="{D367EA2F-EAAF-7687-9AFE-7DBE4216341E}"/>
          </ac:spMkLst>
        </pc:spChg>
        <pc:picChg chg="mod">
          <ac:chgData name="Flávia Alves" userId="b26f7b41b6da3d18" providerId="LiveId" clId="{48279B96-E656-47C8-AE37-55BD5486B1B4}" dt="2026-10-02T15:47:01.268" v="10" actId="1035"/>
          <ac:picMkLst>
            <pc:docMk/>
            <pc:sldMk cId="333493163" sldId="280"/>
            <ac:picMk id="2" creationId="{1E344D4C-B05B-36E8-6A59-3414AE69FCF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4142676" y="8191500"/>
            <a:ext cx="4174632" cy="1959689"/>
          </a:xfrm>
          <a:custGeom>
            <a:avLst/>
            <a:gdLst/>
            <a:ahLst/>
            <a:cxnLst/>
            <a:rect l="l" t="t" r="r" b="b"/>
            <a:pathLst>
              <a:path w="4174632" h="1959689">
                <a:moveTo>
                  <a:pt x="0" y="0"/>
                </a:moveTo>
                <a:lnTo>
                  <a:pt x="4174632" y="0"/>
                </a:lnTo>
                <a:lnTo>
                  <a:pt x="4174632" y="1959690"/>
                </a:lnTo>
                <a:lnTo>
                  <a:pt x="0" y="1959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3EED535-3E35-9C1D-2B6B-5464675B12C6}"/>
              </a:ext>
            </a:extLst>
          </p:cNvPr>
          <p:cNvSpPr txBox="1"/>
          <p:nvPr/>
        </p:nvSpPr>
        <p:spPr>
          <a:xfrm>
            <a:off x="6896100" y="6350057"/>
            <a:ext cx="44958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Autor(a</a:t>
            </a:r>
            <a:r>
              <a:rPr lang="pt-BR" sz="280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Orientador(a):</a:t>
            </a:r>
          </a:p>
          <a:p>
            <a:pPr algn="ctr"/>
            <a:r>
              <a:rPr lang="pt-BR" dirty="0" err="1"/>
              <a:t>Tahoma</a:t>
            </a:r>
            <a:r>
              <a:rPr lang="pt-BR" dirty="0"/>
              <a:t> em tamanho 18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5B56E3E-8734-A45C-A55E-A28633526BAC}"/>
              </a:ext>
            </a:extLst>
          </p:cNvPr>
          <p:cNvSpPr txBox="1"/>
          <p:nvPr/>
        </p:nvSpPr>
        <p:spPr>
          <a:xfrm>
            <a:off x="6587990" y="5534369"/>
            <a:ext cx="7581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TÍTULO: </a:t>
            </a:r>
            <a:r>
              <a:rPr lang="pt-BR" dirty="0">
                <a:cs typeface="Arial" panose="020B0604020202020204" pitchFamily="34" charset="0"/>
              </a:rPr>
              <a:t>Calibre (corpo) TAMANHO 32</a:t>
            </a:r>
            <a:endParaRPr lang="pt-BR" sz="3200" dirty="0"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7DF7FDA-FA4B-CFC4-F048-39EA88B7B7C3}"/>
              </a:ext>
            </a:extLst>
          </p:cNvPr>
          <p:cNvSpPr txBox="1"/>
          <p:nvPr/>
        </p:nvSpPr>
        <p:spPr>
          <a:xfrm>
            <a:off x="3581400" y="3978106"/>
            <a:ext cx="1325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Arial" panose="020B0604020202020204" pitchFamily="34" charset="0"/>
                <a:cs typeface="Arial" panose="020B0604020202020204" pitchFamily="34" charset="0"/>
              </a:rPr>
              <a:t>VIII SEMICA – SEMINÁRIO DE INICIAÇÃO CIENTÍFICA</a:t>
            </a: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7B7C3954-A502-B216-C1D2-7F55EE788122}"/>
              </a:ext>
            </a:extLst>
          </p:cNvPr>
          <p:cNvSpPr/>
          <p:nvPr/>
        </p:nvSpPr>
        <p:spPr>
          <a:xfrm rot="-10800000">
            <a:off x="0" y="0"/>
            <a:ext cx="18288000" cy="1968910"/>
          </a:xfrm>
          <a:custGeom>
            <a:avLst/>
            <a:gdLst/>
            <a:ahLst/>
            <a:cxnLst/>
            <a:rect l="l" t="t" r="r" b="b"/>
            <a:pathLst>
              <a:path w="7315200" h="3274807">
                <a:moveTo>
                  <a:pt x="0" y="0"/>
                </a:moveTo>
                <a:lnTo>
                  <a:pt x="7315200" y="0"/>
                </a:lnTo>
                <a:lnTo>
                  <a:pt x="7315200" y="3274807"/>
                </a:lnTo>
                <a:lnTo>
                  <a:pt x="0" y="32748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812" t="-3" r="-15473" b="-66323"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26" name="Picture 2" descr="Uma nova SLMANDIC de Araras para você - São Leopoldo Mandic Araras">
            <a:extLst>
              <a:ext uri="{FF2B5EF4-FFF2-40B4-BE49-F238E27FC236}">
                <a16:creationId xmlns:a16="http://schemas.microsoft.com/office/drawing/2014/main" id="{F41A3293-2A1D-554E-AE84-E597AB7A83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63" t="7525" r="19809" b="7525"/>
          <a:stretch>
            <a:fillRect/>
          </a:stretch>
        </p:blipFill>
        <p:spPr bwMode="auto">
          <a:xfrm>
            <a:off x="381000" y="7448739"/>
            <a:ext cx="2156252" cy="2672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Imagem 1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9C033D55-DF92-5049-3191-D58459C3CF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426" r="1" b="1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0D54376-C6B1-350C-ACA1-06C8080AE575}"/>
              </a:ext>
            </a:extLst>
          </p:cNvPr>
          <p:cNvSpPr txBox="1"/>
          <p:nvPr/>
        </p:nvSpPr>
        <p:spPr>
          <a:xfrm>
            <a:off x="1143000" y="558224"/>
            <a:ext cx="3276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28293AB-754C-E38C-2B89-744D4B349D25}"/>
              </a:ext>
            </a:extLst>
          </p:cNvPr>
          <p:cNvSpPr txBox="1"/>
          <p:nvPr/>
        </p:nvSpPr>
        <p:spPr>
          <a:xfrm>
            <a:off x="15888345" y="279974"/>
            <a:ext cx="2362200" cy="8630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25A74DB-50FA-935D-E30E-CD113A673C22}"/>
              </a:ext>
            </a:extLst>
          </p:cNvPr>
          <p:cNvSpPr/>
          <p:nvPr/>
        </p:nvSpPr>
        <p:spPr>
          <a:xfrm>
            <a:off x="15544800" y="279974"/>
            <a:ext cx="2512314" cy="1234862"/>
          </a:xfrm>
          <a:custGeom>
            <a:avLst/>
            <a:gdLst/>
            <a:ahLst/>
            <a:cxnLst/>
            <a:rect l="l" t="t" r="r" b="b"/>
            <a:pathLst>
              <a:path w="4174632" h="1959689">
                <a:moveTo>
                  <a:pt x="0" y="0"/>
                </a:moveTo>
                <a:lnTo>
                  <a:pt x="4174632" y="0"/>
                </a:lnTo>
                <a:lnTo>
                  <a:pt x="4174632" y="1959690"/>
                </a:lnTo>
                <a:lnTo>
                  <a:pt x="0" y="19596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6216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254E38-3CD5-DED5-302E-AF8760F0A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3103F09-4CCD-D2C0-41F1-70FE9E65B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Imagem 1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09216E15-C528-1816-DDD6-E35818F633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426" r="1" b="1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19F0143-FAB6-97D0-8409-F085E620A9C2}"/>
              </a:ext>
            </a:extLst>
          </p:cNvPr>
          <p:cNvSpPr txBox="1"/>
          <p:nvPr/>
        </p:nvSpPr>
        <p:spPr>
          <a:xfrm>
            <a:off x="1143000" y="558224"/>
            <a:ext cx="2819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909E7FD-C07D-BA4B-025F-196C3CD5A636}"/>
              </a:ext>
            </a:extLst>
          </p:cNvPr>
          <p:cNvSpPr txBox="1"/>
          <p:nvPr/>
        </p:nvSpPr>
        <p:spPr>
          <a:xfrm>
            <a:off x="15888345" y="279974"/>
            <a:ext cx="2362200" cy="8630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52DA5464-325D-1196-CBD8-2F81BB360822}"/>
              </a:ext>
            </a:extLst>
          </p:cNvPr>
          <p:cNvSpPr/>
          <p:nvPr/>
        </p:nvSpPr>
        <p:spPr>
          <a:xfrm>
            <a:off x="15544800" y="279974"/>
            <a:ext cx="2512314" cy="1234862"/>
          </a:xfrm>
          <a:custGeom>
            <a:avLst/>
            <a:gdLst/>
            <a:ahLst/>
            <a:cxnLst/>
            <a:rect l="l" t="t" r="r" b="b"/>
            <a:pathLst>
              <a:path w="4174632" h="1959689">
                <a:moveTo>
                  <a:pt x="0" y="0"/>
                </a:moveTo>
                <a:lnTo>
                  <a:pt x="4174632" y="0"/>
                </a:lnTo>
                <a:lnTo>
                  <a:pt x="4174632" y="1959690"/>
                </a:lnTo>
                <a:lnTo>
                  <a:pt x="0" y="19596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787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BB0287-540A-D34E-F729-41302E948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DB5674-2D6E-87FD-0007-A26944051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Imagem 1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E0E88A14-AD74-B467-F2BF-FAA266CA5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426" r="1" b="1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445798D-8515-1424-BC9E-5E15DA28A012}"/>
              </a:ext>
            </a:extLst>
          </p:cNvPr>
          <p:cNvSpPr txBox="1"/>
          <p:nvPr/>
        </p:nvSpPr>
        <p:spPr>
          <a:xfrm>
            <a:off x="1143000" y="558224"/>
            <a:ext cx="3581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METODOLOGIA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9F57873-2F97-9FDA-F0CA-1C13FEBF9E2B}"/>
              </a:ext>
            </a:extLst>
          </p:cNvPr>
          <p:cNvSpPr txBox="1"/>
          <p:nvPr/>
        </p:nvSpPr>
        <p:spPr>
          <a:xfrm>
            <a:off x="15888345" y="279974"/>
            <a:ext cx="2362200" cy="8630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DB2D06D9-B7E3-5B7C-6387-4AEA3CCEDD67}"/>
              </a:ext>
            </a:extLst>
          </p:cNvPr>
          <p:cNvSpPr/>
          <p:nvPr/>
        </p:nvSpPr>
        <p:spPr>
          <a:xfrm>
            <a:off x="15544800" y="279974"/>
            <a:ext cx="2512314" cy="1234862"/>
          </a:xfrm>
          <a:custGeom>
            <a:avLst/>
            <a:gdLst/>
            <a:ahLst/>
            <a:cxnLst/>
            <a:rect l="l" t="t" r="r" b="b"/>
            <a:pathLst>
              <a:path w="4174632" h="1959689">
                <a:moveTo>
                  <a:pt x="0" y="0"/>
                </a:moveTo>
                <a:lnTo>
                  <a:pt x="4174632" y="0"/>
                </a:lnTo>
                <a:lnTo>
                  <a:pt x="4174632" y="1959690"/>
                </a:lnTo>
                <a:lnTo>
                  <a:pt x="0" y="19596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042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33C2F6-4DB3-FE8B-9F02-92025DCE9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04B54AD-4D50-4AAB-0D60-864272291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Imagem 1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30D7BD3B-987B-61F6-742D-F7ABCA058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426" r="1" b="1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6ECFF82-B3B5-18F7-4CAF-7C264DEB81DA}"/>
              </a:ext>
            </a:extLst>
          </p:cNvPr>
          <p:cNvSpPr txBox="1"/>
          <p:nvPr/>
        </p:nvSpPr>
        <p:spPr>
          <a:xfrm>
            <a:off x="1143000" y="558224"/>
            <a:ext cx="3581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RESULTADOS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A4216F6-558A-1564-6DAC-858940E87836}"/>
              </a:ext>
            </a:extLst>
          </p:cNvPr>
          <p:cNvSpPr txBox="1"/>
          <p:nvPr/>
        </p:nvSpPr>
        <p:spPr>
          <a:xfrm>
            <a:off x="15888345" y="279974"/>
            <a:ext cx="2362200" cy="8630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BA7D0B9-A63A-8C85-FB61-26FB65A1636C}"/>
              </a:ext>
            </a:extLst>
          </p:cNvPr>
          <p:cNvSpPr/>
          <p:nvPr/>
        </p:nvSpPr>
        <p:spPr>
          <a:xfrm>
            <a:off x="15544800" y="279974"/>
            <a:ext cx="2512314" cy="1234862"/>
          </a:xfrm>
          <a:custGeom>
            <a:avLst/>
            <a:gdLst/>
            <a:ahLst/>
            <a:cxnLst/>
            <a:rect l="l" t="t" r="r" b="b"/>
            <a:pathLst>
              <a:path w="4174632" h="1959689">
                <a:moveTo>
                  <a:pt x="0" y="0"/>
                </a:moveTo>
                <a:lnTo>
                  <a:pt x="4174632" y="0"/>
                </a:lnTo>
                <a:lnTo>
                  <a:pt x="4174632" y="1959690"/>
                </a:lnTo>
                <a:lnTo>
                  <a:pt x="0" y="19596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2024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BFD71F-8CD9-72FA-1D5A-AEC322AD7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3CF03E3-7BCB-A097-0DDF-F441A135F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Imagem 1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27C16D2F-755D-411A-AFF8-CE0B0D2639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426" r="1" b="1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27A71B56-4F78-1C2E-8CAC-DAE30CF7BE55}"/>
              </a:ext>
            </a:extLst>
          </p:cNvPr>
          <p:cNvSpPr txBox="1"/>
          <p:nvPr/>
        </p:nvSpPr>
        <p:spPr>
          <a:xfrm>
            <a:off x="1143000" y="558224"/>
            <a:ext cx="2819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DISCUSSÃO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8AB8460-BF5C-B221-D78F-EC56962BD8A5}"/>
              </a:ext>
            </a:extLst>
          </p:cNvPr>
          <p:cNvSpPr txBox="1"/>
          <p:nvPr/>
        </p:nvSpPr>
        <p:spPr>
          <a:xfrm>
            <a:off x="15888345" y="279974"/>
            <a:ext cx="2362200" cy="8630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B5AB7B6-F971-11CD-A174-53070667E151}"/>
              </a:ext>
            </a:extLst>
          </p:cNvPr>
          <p:cNvSpPr/>
          <p:nvPr/>
        </p:nvSpPr>
        <p:spPr>
          <a:xfrm>
            <a:off x="15544800" y="279974"/>
            <a:ext cx="2512314" cy="1234862"/>
          </a:xfrm>
          <a:custGeom>
            <a:avLst/>
            <a:gdLst/>
            <a:ahLst/>
            <a:cxnLst/>
            <a:rect l="l" t="t" r="r" b="b"/>
            <a:pathLst>
              <a:path w="4174632" h="1959689">
                <a:moveTo>
                  <a:pt x="0" y="0"/>
                </a:moveTo>
                <a:lnTo>
                  <a:pt x="4174632" y="0"/>
                </a:lnTo>
                <a:lnTo>
                  <a:pt x="4174632" y="1959690"/>
                </a:lnTo>
                <a:lnTo>
                  <a:pt x="0" y="19596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8072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955705-E3EF-39AD-0F90-569F32628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11FA83-2774-E377-584F-B93537300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Imagem 1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CD3C13E8-1CA2-E112-99B6-36131DA0F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426" r="1" b="1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27837E7F-C45D-4813-CD2D-B13FBDB9F951}"/>
              </a:ext>
            </a:extLst>
          </p:cNvPr>
          <p:cNvSpPr txBox="1"/>
          <p:nvPr/>
        </p:nvSpPr>
        <p:spPr>
          <a:xfrm>
            <a:off x="1143000" y="558224"/>
            <a:ext cx="2819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CONCLUSÃO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794A525-9CCF-7611-D98D-6BE7A47D2870}"/>
              </a:ext>
            </a:extLst>
          </p:cNvPr>
          <p:cNvSpPr txBox="1"/>
          <p:nvPr/>
        </p:nvSpPr>
        <p:spPr>
          <a:xfrm>
            <a:off x="15888345" y="279974"/>
            <a:ext cx="2362200" cy="8630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759A5C2-3971-FC2A-05AF-2AEB670810E1}"/>
              </a:ext>
            </a:extLst>
          </p:cNvPr>
          <p:cNvSpPr/>
          <p:nvPr/>
        </p:nvSpPr>
        <p:spPr>
          <a:xfrm>
            <a:off x="15544800" y="279974"/>
            <a:ext cx="2512314" cy="1234862"/>
          </a:xfrm>
          <a:custGeom>
            <a:avLst/>
            <a:gdLst/>
            <a:ahLst/>
            <a:cxnLst/>
            <a:rect l="l" t="t" r="r" b="b"/>
            <a:pathLst>
              <a:path w="4174632" h="1959689">
                <a:moveTo>
                  <a:pt x="0" y="0"/>
                </a:moveTo>
                <a:lnTo>
                  <a:pt x="4174632" y="0"/>
                </a:lnTo>
                <a:lnTo>
                  <a:pt x="4174632" y="1959690"/>
                </a:lnTo>
                <a:lnTo>
                  <a:pt x="0" y="19596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4508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9428FB-A51F-3662-4EBF-93BF7775B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ADBA396-5974-4198-AD5A-EE083C553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Imagem 1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1E344D4C-B05B-36E8-6A59-3414AE69FC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426" r="1" b="1"/>
          <a:stretch>
            <a:fillRect/>
          </a:stretch>
        </p:blipFill>
        <p:spPr>
          <a:xfrm>
            <a:off x="20" y="-38100"/>
            <a:ext cx="18287980" cy="1028507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367EA2F-EAAF-7687-9AFE-7DBE4216341E}"/>
              </a:ext>
            </a:extLst>
          </p:cNvPr>
          <p:cNvSpPr txBox="1"/>
          <p:nvPr/>
        </p:nvSpPr>
        <p:spPr>
          <a:xfrm>
            <a:off x="1143000" y="558224"/>
            <a:ext cx="647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PERSPECTIVAS FUTURAS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25AE23C-27BE-FF65-86A5-5C1A56078885}"/>
              </a:ext>
            </a:extLst>
          </p:cNvPr>
          <p:cNvSpPr txBox="1"/>
          <p:nvPr/>
        </p:nvSpPr>
        <p:spPr>
          <a:xfrm>
            <a:off x="15888345" y="279974"/>
            <a:ext cx="2362200" cy="8630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55E94D9-5A24-7244-2CE8-BC94707543DC}"/>
              </a:ext>
            </a:extLst>
          </p:cNvPr>
          <p:cNvSpPr/>
          <p:nvPr/>
        </p:nvSpPr>
        <p:spPr>
          <a:xfrm>
            <a:off x="15544800" y="279974"/>
            <a:ext cx="2512314" cy="1234862"/>
          </a:xfrm>
          <a:custGeom>
            <a:avLst/>
            <a:gdLst/>
            <a:ahLst/>
            <a:cxnLst/>
            <a:rect l="l" t="t" r="r" b="b"/>
            <a:pathLst>
              <a:path w="4174632" h="1959689">
                <a:moveTo>
                  <a:pt x="0" y="0"/>
                </a:moveTo>
                <a:lnTo>
                  <a:pt x="4174632" y="0"/>
                </a:lnTo>
                <a:lnTo>
                  <a:pt x="4174632" y="1959690"/>
                </a:lnTo>
                <a:lnTo>
                  <a:pt x="0" y="19596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493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48C7E3-E03F-E2F4-CA77-C2C6BF090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A74C37A-3185-86FC-8BFD-9A993E0423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Imagem 1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BFCD1F23-802F-4E09-3731-2113EDE11A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426" r="1" b="1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252B71FC-666A-7138-EABE-697E55919F26}"/>
              </a:ext>
            </a:extLst>
          </p:cNvPr>
          <p:cNvSpPr txBox="1"/>
          <p:nvPr/>
        </p:nvSpPr>
        <p:spPr>
          <a:xfrm>
            <a:off x="1143000" y="558224"/>
            <a:ext cx="746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REFERÊNCIAS BIBLIOGRÁFICAS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CC1AE23-2D57-6C04-86EB-AEBD3F61C70A}"/>
              </a:ext>
            </a:extLst>
          </p:cNvPr>
          <p:cNvSpPr txBox="1"/>
          <p:nvPr/>
        </p:nvSpPr>
        <p:spPr>
          <a:xfrm>
            <a:off x="15888345" y="279974"/>
            <a:ext cx="2362200" cy="8630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D702BE3C-04BF-07B6-9B05-DB0D4C468DED}"/>
              </a:ext>
            </a:extLst>
          </p:cNvPr>
          <p:cNvSpPr/>
          <p:nvPr/>
        </p:nvSpPr>
        <p:spPr>
          <a:xfrm>
            <a:off x="15544800" y="279974"/>
            <a:ext cx="2512314" cy="1234862"/>
          </a:xfrm>
          <a:custGeom>
            <a:avLst/>
            <a:gdLst/>
            <a:ahLst/>
            <a:cxnLst/>
            <a:rect l="l" t="t" r="r" b="b"/>
            <a:pathLst>
              <a:path w="4174632" h="1959689">
                <a:moveTo>
                  <a:pt x="0" y="0"/>
                </a:moveTo>
                <a:lnTo>
                  <a:pt x="4174632" y="0"/>
                </a:lnTo>
                <a:lnTo>
                  <a:pt x="4174632" y="1959690"/>
                </a:lnTo>
                <a:lnTo>
                  <a:pt x="0" y="19596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6137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3C257C-545F-6DA8-136F-CA931C74B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9D67FA-4FD5-E32B-871C-61F7573A6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Imagem 1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DC038493-A996-B99D-7BDD-06B6556F5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426" r="1" b="1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5F92D6A-E4CC-56D9-4306-800C0AB78BA9}"/>
              </a:ext>
            </a:extLst>
          </p:cNvPr>
          <p:cNvSpPr txBox="1"/>
          <p:nvPr/>
        </p:nvSpPr>
        <p:spPr>
          <a:xfrm>
            <a:off x="1143000" y="558224"/>
            <a:ext cx="746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AGRADECIMENTOS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F0A08C5-8514-7AFC-B8F6-B35E56B6DE01}"/>
              </a:ext>
            </a:extLst>
          </p:cNvPr>
          <p:cNvSpPr txBox="1"/>
          <p:nvPr/>
        </p:nvSpPr>
        <p:spPr>
          <a:xfrm>
            <a:off x="15888345" y="279974"/>
            <a:ext cx="2362200" cy="8630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8DF706BF-F42E-A022-D2AE-EA2E6D7A1DAA}"/>
              </a:ext>
            </a:extLst>
          </p:cNvPr>
          <p:cNvSpPr/>
          <p:nvPr/>
        </p:nvSpPr>
        <p:spPr>
          <a:xfrm>
            <a:off x="15544800" y="279974"/>
            <a:ext cx="2512314" cy="1234862"/>
          </a:xfrm>
          <a:custGeom>
            <a:avLst/>
            <a:gdLst/>
            <a:ahLst/>
            <a:cxnLst/>
            <a:rect l="l" t="t" r="r" b="b"/>
            <a:pathLst>
              <a:path w="4174632" h="1959689">
                <a:moveTo>
                  <a:pt x="0" y="0"/>
                </a:moveTo>
                <a:lnTo>
                  <a:pt x="4174632" y="0"/>
                </a:lnTo>
                <a:lnTo>
                  <a:pt x="4174632" y="1959690"/>
                </a:lnTo>
                <a:lnTo>
                  <a:pt x="0" y="19596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8411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F5B3B6FD-A9BC-8FFA-D352-065DF936FD8C}"/>
              </a:ext>
            </a:extLst>
          </p:cNvPr>
          <p:cNvCxnSpPr>
            <a:cxnSpLocks/>
          </p:cNvCxnSpPr>
          <p:nvPr/>
        </p:nvCxnSpPr>
        <p:spPr>
          <a:xfrm>
            <a:off x="11035412" y="2091778"/>
            <a:ext cx="0" cy="5334000"/>
          </a:xfrm>
          <a:prstGeom prst="line">
            <a:avLst/>
          </a:prstGeom>
          <a:ln w="28575">
            <a:solidFill>
              <a:srgbClr val="1A0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7C5D084-7D27-940F-6996-698E06882E08}"/>
              </a:ext>
            </a:extLst>
          </p:cNvPr>
          <p:cNvSpPr txBox="1"/>
          <p:nvPr/>
        </p:nvSpPr>
        <p:spPr>
          <a:xfrm>
            <a:off x="5347855" y="3600743"/>
            <a:ext cx="556260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VIII SEMICA </a:t>
            </a:r>
          </a:p>
          <a:p>
            <a:pPr algn="ctr"/>
            <a:r>
              <a:rPr lang="pt-BR" sz="32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SEMINÁRIO DE INICIAÇÃO CIENTÍFICA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A55075D-6FAB-04F6-9FAF-94B1098B5FAD}"/>
              </a:ext>
            </a:extLst>
          </p:cNvPr>
          <p:cNvSpPr txBox="1"/>
          <p:nvPr/>
        </p:nvSpPr>
        <p:spPr>
          <a:xfrm>
            <a:off x="11734800" y="4480647"/>
            <a:ext cx="5867395" cy="769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OBRIGADO (A)!</a:t>
            </a:r>
          </a:p>
        </p:txBody>
      </p:sp>
      <p:pic>
        <p:nvPicPr>
          <p:cNvPr id="17" name="Imagem 16" descr="Logotipo&#10;&#10;O conteúdo gerado por IA pode estar incorreto.">
            <a:extLst>
              <a:ext uri="{FF2B5EF4-FFF2-40B4-BE49-F238E27FC236}">
                <a16:creationId xmlns:a16="http://schemas.microsoft.com/office/drawing/2014/main" id="{0D0FC99C-AA58-7690-EFFA-687CC2A3FC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5" b="4779"/>
          <a:stretch>
            <a:fillRect/>
          </a:stretch>
        </p:blipFill>
        <p:spPr>
          <a:xfrm>
            <a:off x="177979" y="2213031"/>
            <a:ext cx="5205045" cy="4558867"/>
          </a:xfrm>
          <a:prstGeom prst="rect">
            <a:avLst/>
          </a:prstGeom>
        </p:spPr>
      </p:pic>
      <p:sp>
        <p:nvSpPr>
          <p:cNvPr id="18" name="Freeform 2">
            <a:extLst>
              <a:ext uri="{FF2B5EF4-FFF2-40B4-BE49-F238E27FC236}">
                <a16:creationId xmlns:a16="http://schemas.microsoft.com/office/drawing/2014/main" id="{D8AB2630-64AC-CEF6-D4B2-14914D6C4709}"/>
              </a:ext>
            </a:extLst>
          </p:cNvPr>
          <p:cNvSpPr/>
          <p:nvPr/>
        </p:nvSpPr>
        <p:spPr>
          <a:xfrm>
            <a:off x="0" y="8879943"/>
            <a:ext cx="18288000" cy="1064157"/>
          </a:xfrm>
          <a:custGeom>
            <a:avLst/>
            <a:gdLst/>
            <a:ahLst/>
            <a:cxnLst/>
            <a:rect l="l" t="t" r="r" b="b"/>
            <a:pathLst>
              <a:path w="10648950" h="612315">
                <a:moveTo>
                  <a:pt x="0" y="0"/>
                </a:moveTo>
                <a:lnTo>
                  <a:pt x="10648950" y="0"/>
                </a:lnTo>
                <a:lnTo>
                  <a:pt x="10648950" y="612315"/>
                </a:lnTo>
                <a:lnTo>
                  <a:pt x="0" y="612315"/>
                </a:lnTo>
                <a:lnTo>
                  <a:pt x="0" y="0"/>
                </a:lnTo>
                <a:close/>
              </a:path>
            </a:pathLst>
          </a:custGeom>
          <a:solidFill>
            <a:srgbClr val="002060"/>
          </a:solidFill>
        </p:spPr>
        <p:txBody>
          <a:bodyPr/>
          <a:lstStyle/>
          <a:p>
            <a:endParaRPr lang="pt-BR" dirty="0">
              <a:highlight>
                <a:srgbClr val="1A015F"/>
              </a:highlight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0992EB5-ED4B-5892-9C40-AF7B65CAB4FD}"/>
              </a:ext>
            </a:extLst>
          </p:cNvPr>
          <p:cNvSpPr txBox="1"/>
          <p:nvPr/>
        </p:nvSpPr>
        <p:spPr>
          <a:xfrm>
            <a:off x="177979" y="9193411"/>
            <a:ext cx="17932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APOIO: PROGRAMA DE INICIAÇÃO CIENTÍFICA (PIC)</a:t>
            </a:r>
          </a:p>
        </p:txBody>
      </p:sp>
      <p:pic>
        <p:nvPicPr>
          <p:cNvPr id="20" name="Picture 2" descr="Uma nova SLMANDIC de Araras para você - São Leopoldo Mandic Araras">
            <a:extLst>
              <a:ext uri="{FF2B5EF4-FFF2-40B4-BE49-F238E27FC236}">
                <a16:creationId xmlns:a16="http://schemas.microsoft.com/office/drawing/2014/main" id="{76927D54-1347-A313-62EA-D31EE40AB0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63" t="7525" r="19809" b="7525"/>
          <a:stretch>
            <a:fillRect/>
          </a:stretch>
        </p:blipFill>
        <p:spPr bwMode="auto">
          <a:xfrm>
            <a:off x="15953769" y="261047"/>
            <a:ext cx="2156252" cy="2672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250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57</Words>
  <Application>Microsoft Office PowerPoint</Application>
  <PresentationFormat>Personalizar</PresentationFormat>
  <Paragraphs>18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Ana Carolina da Cruz Alves</dc:creator>
  <cp:lastModifiedBy>Flávia Alves</cp:lastModifiedBy>
  <cp:revision>4</cp:revision>
  <dcterms:created xsi:type="dcterms:W3CDTF">2006-08-16T00:00:00Z</dcterms:created>
  <dcterms:modified xsi:type="dcterms:W3CDTF">2026-10-02T15:48:53Z</dcterms:modified>
  <dc:identifier>DAGzoUEXYuM</dc:identifier>
</cp:coreProperties>
</file>